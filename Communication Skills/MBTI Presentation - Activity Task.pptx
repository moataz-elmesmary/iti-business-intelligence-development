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4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09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96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7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9074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93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003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72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2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79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07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1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3/4/2025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790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FEE20F-8F38-A823-A214-5C27D3C05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1" y="893935"/>
            <a:ext cx="5364937" cy="3339390"/>
          </a:xfrm>
        </p:spPr>
        <p:txBody>
          <a:bodyPr anchor="ctr">
            <a:normAutofit/>
          </a:bodyPr>
          <a:lstStyle/>
          <a:p>
            <a:r>
              <a:rPr lang="en-US" sz="6000" dirty="0"/>
              <a:t>  MBTI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7ACD1-AEB5-BAFC-8AD3-A6A936DE4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876803"/>
            <a:ext cx="5364936" cy="909848"/>
          </a:xfrm>
        </p:spPr>
        <p:txBody>
          <a:bodyPr anchor="t">
            <a:normAutofit/>
          </a:bodyPr>
          <a:lstStyle/>
          <a:p>
            <a:r>
              <a:rPr lang="en-US" dirty="0"/>
              <a:t>Theory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40408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Jigsaw puzzles in plastic figures">
            <a:extLst>
              <a:ext uri="{FF2B5EF4-FFF2-40B4-BE49-F238E27FC236}">
                <a16:creationId xmlns:a16="http://schemas.microsoft.com/office/drawing/2014/main" id="{ACFDA171-ECD7-9E90-0658-D5CD98A842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54" r="21586"/>
          <a:stretch/>
        </p:blipFill>
        <p:spPr>
          <a:xfrm>
            <a:off x="6976934" y="1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58000">
                <a:moveTo>
                  <a:pt x="2017353" y="0"/>
                </a:moveTo>
                <a:lnTo>
                  <a:pt x="5215066" y="0"/>
                </a:lnTo>
                <a:lnTo>
                  <a:pt x="5215066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</p:spPr>
      </p:pic>
      <p:sp>
        <p:nvSpPr>
          <p:cNvPr id="13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70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glasses and a picture of a person&#10;&#10;AI-generated content may be incorrect.">
            <a:extLst>
              <a:ext uri="{FF2B5EF4-FFF2-40B4-BE49-F238E27FC236}">
                <a16:creationId xmlns:a16="http://schemas.microsoft.com/office/drawing/2014/main" id="{22066F23-F48D-3811-6E22-1F521EE38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8" y="-35836"/>
            <a:ext cx="12061371" cy="700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28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with yellow arrows and blue text&#10;&#10;AI-generated content may be incorrect.">
            <a:extLst>
              <a:ext uri="{FF2B5EF4-FFF2-40B4-BE49-F238E27FC236}">
                <a16:creationId xmlns:a16="http://schemas.microsoft.com/office/drawing/2014/main" id="{1219F659-0C0B-3215-CE88-92214C91A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825"/>
            <a:ext cx="12192000" cy="673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9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person with arrows pointing towards the inner world&#10;&#10;AI-generated content may be incorrect.">
            <a:extLst>
              <a:ext uri="{FF2B5EF4-FFF2-40B4-BE49-F238E27FC236}">
                <a16:creationId xmlns:a16="http://schemas.microsoft.com/office/drawing/2014/main" id="{C729343E-DD2B-C8F6-2E27-BA1619C5F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2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erson with different poses&#10;&#10;AI-generated content may be incorrect.">
            <a:extLst>
              <a:ext uri="{FF2B5EF4-FFF2-40B4-BE49-F238E27FC236}">
                <a16:creationId xmlns:a16="http://schemas.microsoft.com/office/drawing/2014/main" id="{B9E4CCF1-E0F4-9899-B19C-DCF998543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arison of a conversation&#10;&#10;AI-generated content may be incorrect.">
            <a:extLst>
              <a:ext uri="{FF2B5EF4-FFF2-40B4-BE49-F238E27FC236}">
                <a16:creationId xmlns:a16="http://schemas.microsoft.com/office/drawing/2014/main" id="{512C45C4-35A1-F6C1-A98F-3AA9F0677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0" y="168370"/>
            <a:ext cx="12094029" cy="65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45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person thinking&#10;&#10;AI-generated content may be incorrect.">
            <a:extLst>
              <a:ext uri="{FF2B5EF4-FFF2-40B4-BE49-F238E27FC236}">
                <a16:creationId xmlns:a16="http://schemas.microsoft.com/office/drawing/2014/main" id="{61472F5D-9187-3FB2-A452-2B62A8D51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9210"/>
            <a:ext cx="12099072" cy="654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84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rt&#10;&#10;AI-generated content may be incorrect.">
            <a:extLst>
              <a:ext uri="{FF2B5EF4-FFF2-40B4-BE49-F238E27FC236}">
                <a16:creationId xmlns:a16="http://schemas.microsoft.com/office/drawing/2014/main" id="{2405E69C-9BE8-D425-4594-8FC7F1EC8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4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1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person touching another person's stomach&#10;&#10;AI-generated content may be incorrect.">
            <a:extLst>
              <a:ext uri="{FF2B5EF4-FFF2-40B4-BE49-F238E27FC236}">
                <a16:creationId xmlns:a16="http://schemas.microsoft.com/office/drawing/2014/main" id="{829BEC7B-A809-3E0F-6E4E-99C16E479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11" y="133814"/>
            <a:ext cx="11759589" cy="659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4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person holding a sign&#10;&#10;AI-generated content may be incorrect.">
            <a:extLst>
              <a:ext uri="{FF2B5EF4-FFF2-40B4-BE49-F238E27FC236}">
                <a16:creationId xmlns:a16="http://schemas.microsoft.com/office/drawing/2014/main" id="{E4C381C8-2279-FBBD-C038-D14605722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70" y="178420"/>
            <a:ext cx="11675327" cy="679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06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ist of feelings&#10;&#10;AI-generated content may be incorrect.">
            <a:extLst>
              <a:ext uri="{FF2B5EF4-FFF2-40B4-BE49-F238E27FC236}">
                <a16:creationId xmlns:a16="http://schemas.microsoft.com/office/drawing/2014/main" id="{9F356B49-985B-4AC3-3F1B-329416EFE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0223" cy="676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67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picture of a person in a boat and a person in a boat&#10;&#10;AI-generated content may be incorrect.">
            <a:extLst>
              <a:ext uri="{FF2B5EF4-FFF2-40B4-BE49-F238E27FC236}">
                <a16:creationId xmlns:a16="http://schemas.microsoft.com/office/drawing/2014/main" id="{15FD85D4-1C3E-67A7-083F-D6D61C2D5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099072" cy="665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22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person standing in a square box&#10;&#10;AI-generated content may be incorrect.">
            <a:extLst>
              <a:ext uri="{FF2B5EF4-FFF2-40B4-BE49-F238E27FC236}">
                <a16:creationId xmlns:a16="http://schemas.microsoft.com/office/drawing/2014/main" id="{3F9321ED-D666-8382-3957-6EDCDE482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6" y="133816"/>
            <a:ext cx="11485755" cy="644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05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6ECA298-FBE2-F0E3-67EE-E74403854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070"/>
            <a:ext cx="11831443" cy="607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66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squares with letters&#10;&#10;AI-generated content may be incorrect.">
            <a:extLst>
              <a:ext uri="{FF2B5EF4-FFF2-40B4-BE49-F238E27FC236}">
                <a16:creationId xmlns:a16="http://schemas.microsoft.com/office/drawing/2014/main" id="{F5D67E43-AC51-4445-B62A-21B3AC549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24" y="111513"/>
            <a:ext cx="11530361" cy="641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06567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Avenir Next LT Pro</vt:lpstr>
      <vt:lpstr>Sitka Banner</vt:lpstr>
      <vt:lpstr>HeadlinesVTI</vt:lpstr>
      <vt:lpstr>  MBTI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احمد السيد ابراهيم حسن الماحى</dc:creator>
  <cp:lastModifiedBy>احمد السيد ابراهيم حسن الماحى</cp:lastModifiedBy>
  <cp:revision>1</cp:revision>
  <dcterms:created xsi:type="dcterms:W3CDTF">2025-03-04T20:17:02Z</dcterms:created>
  <dcterms:modified xsi:type="dcterms:W3CDTF">2025-03-04T20:30:28Z</dcterms:modified>
</cp:coreProperties>
</file>